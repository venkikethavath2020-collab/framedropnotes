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493776"/>
            <a:ext cx="118872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49377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B6C2E0"/>
                </a:solidFill>
                <a:latin typeface="Helvetica Neue"/>
              </a:rPr>
              <a:t>01/05 · 5s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2377440"/>
            <a:ext cx="2377440" cy="45720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2377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FOR PHOTOGRAPHERS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0" b="1" i="0">
                <a:solidFill>
                  <a:srgbClr val="FFFFFF"/>
                </a:solidFill>
                <a:latin typeface="Helvetica Neue"/>
              </a:rPr>
              <a:t>Still delivering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80560"/>
            <a:ext cx="61264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0" b="1" spc="-30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photos</a:t>
            </a:r>
          </a:p>
          <a:p>
            <a:pPr algn="ctr">
              <a:lnSpc>
                <a:spcPct val="100000"/>
              </a:lnSpc>
            </a:pPr>
            <a:r>
              <a:rPr sz="9600" b="1" spc="-30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the hard</a:t>
            </a:r>
          </a:p>
          <a:p>
            <a:pPr algn="ctr">
              <a:lnSpc>
                <a:spcPct val="100000"/>
              </a:lnSpc>
            </a:pPr>
            <a:r>
              <a:rPr sz="9600" b="1" spc="-30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way?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8778240"/>
            <a:ext cx="4206240" cy="640080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87782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"Send pic 87 again 🙏"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9555480"/>
            <a:ext cx="4206240" cy="640080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95554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"Wait, which one?"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0332720"/>
            <a:ext cx="4023360" cy="64008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03327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"Where's the link?"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11109960"/>
            <a:ext cx="4023360" cy="640080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111099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"Resend 23 &amp; 41 plz"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493776"/>
            <a:ext cx="118872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49377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B6C2E0"/>
                </a:solidFill>
                <a:latin typeface="Helvetica Neue"/>
              </a:rPr>
              <a:t>02/05 · 6s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828800"/>
            <a:ext cx="1645920" cy="457200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8288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INTRODUCING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60604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Meet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329184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0" b="1" spc="-40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Framedrops.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5349240"/>
            <a:ext cx="2194560" cy="54864"/>
          </a:xfrm>
          <a:prstGeom prst="roundRect">
            <a:avLst/>
          </a:prstGeom>
          <a:gradFill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 b="1" i="0">
                <a:solidFill>
                  <a:srgbClr val="F8FAFF"/>
                </a:solidFill>
                <a:latin typeface="Helvetica Neue"/>
              </a:rPr>
              <a:t>Upload. Share. Get picks.</a:t>
            </a:r>
          </a:p>
          <a:p>
            <a:pPr algn="ctr">
              <a:lnSpc>
                <a:spcPct val="140000"/>
              </a:lnSpc>
            </a:pPr>
            <a:r>
              <a:rPr sz="2000" b="1" i="0">
                <a:solidFill>
                  <a:srgbClr val="F8FAFF"/>
                </a:solidFill>
                <a:latin typeface="Helvetica Neue"/>
              </a:rPr>
              <a:t>Deliver. Done.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" y="7315200"/>
            <a:ext cx="1371600" cy="155448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8" y="7315200"/>
            <a:ext cx="1371600" cy="155448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100000">
                  <a:srgbClr val="7B2C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" y="7543800"/>
            <a:ext cx="640080" cy="640080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7543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8321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Helvetica Neue"/>
              </a:rPr>
              <a:t>Upload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02536" y="7315200"/>
            <a:ext cx="1371600" cy="155448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02536" y="7315200"/>
            <a:ext cx="1371600" cy="155448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68296" y="7543800"/>
            <a:ext cx="640080" cy="640080"/>
          </a:xfrm>
          <a:prstGeom prst="ellipse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68296" y="7543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2536" y="8321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Helvetica Neue"/>
              </a:rPr>
              <a:t>Share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83864" y="7315200"/>
            <a:ext cx="1371600" cy="155448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83864" y="7315200"/>
            <a:ext cx="1371600" cy="155448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4D8D"/>
                </a:gs>
                <a:gs pos="100000">
                  <a:srgbClr val="FF8A3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9624" y="7543800"/>
            <a:ext cx="640080" cy="640080"/>
          </a:xfrm>
          <a:prstGeom prst="ellipse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9624" y="7543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83864" y="8321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Helvetica Neue"/>
              </a:rPr>
              <a:t>Pick 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65192" y="7315200"/>
            <a:ext cx="1371600" cy="155448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65192" y="7315200"/>
            <a:ext cx="1371600" cy="155448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8A3D"/>
                </a:gs>
                <a:gs pos="100000">
                  <a:srgbClr val="0057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330952" y="7543800"/>
            <a:ext cx="640080" cy="640080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0057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30952" y="7543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5192" y="8321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Helvetica Neue"/>
              </a:rPr>
              <a:t>Deliver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9326880"/>
            <a:ext cx="5852160" cy="219456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2920" y="9326880"/>
            <a:ext cx="5852160" cy="2194560"/>
          </a:xfrm>
          <a:prstGeom prst="roundRect">
            <a:avLst/>
          </a:prstGeom>
          <a:noFill/>
          <a:ln w="15875" cap="rnd">
            <a:gradFill>
              <a:gsLst>
                <a:gs pos="0">
                  <a:srgbClr val="0057FF"/>
                </a:gs>
                <a:gs pos="5000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960" y="9720072"/>
            <a:ext cx="201168" cy="201168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972007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9555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Smart compression</a:t>
            </a:r>
          </a:p>
        </p:txBody>
      </p:sp>
      <p:sp>
        <p:nvSpPr>
          <p:cNvPr id="43" name="Oval 42"/>
          <p:cNvSpPr/>
          <p:nvPr/>
        </p:nvSpPr>
        <p:spPr>
          <a:xfrm>
            <a:off x="822960" y="10314432"/>
            <a:ext cx="201168" cy="201168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1031443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10149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One clean link</a:t>
            </a:r>
          </a:p>
        </p:txBody>
      </p:sp>
      <p:sp>
        <p:nvSpPr>
          <p:cNvPr id="46" name="Oval 45"/>
          <p:cNvSpPr/>
          <p:nvPr/>
        </p:nvSpPr>
        <p:spPr>
          <a:xfrm>
            <a:off x="822960" y="10908792"/>
            <a:ext cx="201168" cy="201168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1090879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10744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Works on any device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493776"/>
            <a:ext cx="118872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49377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B6C2E0"/>
                </a:solidFill>
                <a:latin typeface="Helvetica Neue"/>
              </a:rPr>
              <a:t>03/05 · 7s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554480"/>
            <a:ext cx="2377440" cy="457200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554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THE MAGIC 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33172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Helvetica Neue"/>
              </a:rPr>
              <a:t>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301752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200" b="1">
                <a:latin typeface="Helvetica Neue"/>
                <a:gradFill>
                  <a:gsLst>
                    <a:gs pos="0">
                      <a:srgbClr val="FF4D8D"/>
                    </a:gs>
                    <a:gs pos="50000">
                      <a:srgbClr val="7B2CFF"/>
                    </a:gs>
                    <a:gs pos="100000">
                      <a:srgbClr val="0057FF"/>
                    </a:gs>
                  </a:gsLst>
                  <a:lin ang="2700000" scaled="0"/>
                </a:gradFill>
              </a:rPr>
              <a:t>heart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5029200"/>
            <a:ext cx="2743200" cy="4572000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57400" y="5029200"/>
            <a:ext cx="2743200" cy="4572000"/>
          </a:xfrm>
          <a:prstGeom prst="roundRect">
            <a:avLst/>
          </a:prstGeom>
          <a:noFill/>
          <a:ln w="25400" cap="rnd">
            <a:gradFill>
              <a:gsLst>
                <a:gs pos="0">
                  <a:srgbClr val="0057FF"/>
                </a:gs>
                <a:gs pos="5000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67128" y="5138928"/>
            <a:ext cx="2523744" cy="4352544"/>
          </a:xfrm>
          <a:prstGeom prst="roundRect">
            <a:avLst/>
          </a:prstGeom>
          <a:gradFill flip="none" rotWithShape="1">
            <a:gsLst>
              <a:gs pos="0">
                <a:srgbClr val="101F42"/>
              </a:gs>
              <a:gs pos="100000">
                <a:srgbClr val="1A1244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90088" y="5102352"/>
            <a:ext cx="877824" cy="164592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8296" y="5486400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Sneha &amp; Rohan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8296" y="5733288"/>
            <a:ext cx="2121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B6C2E0"/>
                </a:solidFill>
                <a:latin typeface="Helvetica Neue"/>
              </a:rPr>
              <a:t>482 photos · Tap ♥ to pick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68296" y="6099048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96768" y="6099048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59480" y="646176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art 24"/>
          <p:cNvSpPr/>
          <p:nvPr/>
        </p:nvSpPr>
        <p:spPr>
          <a:xfrm>
            <a:off x="3496056" y="6498336"/>
            <a:ext cx="199704" cy="179222"/>
          </a:xfrm>
          <a:prstGeom prst="heart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25240" y="6099048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368296" y="6827520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31008" y="719023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art 28"/>
          <p:cNvSpPr/>
          <p:nvPr/>
        </p:nvSpPr>
        <p:spPr>
          <a:xfrm>
            <a:off x="2767584" y="7226808"/>
            <a:ext cx="199704" cy="179222"/>
          </a:xfrm>
          <a:prstGeom prst="heart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96768" y="6827520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25240" y="6827520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87952" y="719023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art 32"/>
          <p:cNvSpPr/>
          <p:nvPr/>
        </p:nvSpPr>
        <p:spPr>
          <a:xfrm>
            <a:off x="4224528" y="7226808"/>
            <a:ext cx="199704" cy="179222"/>
          </a:xfrm>
          <a:prstGeom prst="heart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368296" y="7555992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096768" y="7555992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59480" y="791870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art 36"/>
          <p:cNvSpPr/>
          <p:nvPr/>
        </p:nvSpPr>
        <p:spPr>
          <a:xfrm>
            <a:off x="3496056" y="7955280"/>
            <a:ext cx="199704" cy="179222"/>
          </a:xfrm>
          <a:prstGeom prst="heart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25240" y="7555992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368296" y="8284464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096768" y="8284464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825240" y="8284464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187952" y="86471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Heart 42"/>
          <p:cNvSpPr/>
          <p:nvPr/>
        </p:nvSpPr>
        <p:spPr>
          <a:xfrm>
            <a:off x="4224528" y="8683752"/>
            <a:ext cx="199704" cy="179222"/>
          </a:xfrm>
          <a:prstGeom prst="heart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368296" y="9012936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731008" y="937564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eart 45"/>
          <p:cNvSpPr/>
          <p:nvPr/>
        </p:nvSpPr>
        <p:spPr>
          <a:xfrm>
            <a:off x="2767584" y="9412224"/>
            <a:ext cx="199704" cy="179222"/>
          </a:xfrm>
          <a:prstGeom prst="heart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096768" y="9012936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59480" y="937564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eart 48"/>
          <p:cNvSpPr/>
          <p:nvPr/>
        </p:nvSpPr>
        <p:spPr>
          <a:xfrm>
            <a:off x="3496056" y="9412224"/>
            <a:ext cx="199704" cy="179222"/>
          </a:xfrm>
          <a:prstGeom prst="heart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825240" y="9012936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2971800" y="9829800"/>
            <a:ext cx="914400" cy="502920"/>
          </a:xfrm>
          <a:prstGeom prst="downArrow">
            <a:avLst/>
          </a:prstGeom>
          <a:gradFill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0515600"/>
            <a:ext cx="5852160" cy="118872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0515600"/>
            <a:ext cx="5852160" cy="118872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8A3D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77240" y="10835640"/>
            <a:ext cx="274320" cy="109728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58952" y="10908792"/>
            <a:ext cx="685800" cy="502920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00200" y="10698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Originals transfer locally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11109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6C2E0"/>
                </a:solidFill>
                <a:latin typeface="Helvetica Neue"/>
              </a:rPr>
              <a:t>/Sneha-Rohan/Selected  · 124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493776"/>
            <a:ext cx="118872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49377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B6C2E0"/>
                </a:solidFill>
                <a:latin typeface="Helvetica Neue"/>
              </a:rPr>
              <a:t>04/05 · 6s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828800"/>
            <a:ext cx="1645920" cy="457200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8288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THE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74320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3474720"/>
            <a:ext cx="6858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0" b="1">
                <a:latin typeface="Helvetica Neue"/>
                <a:gradFill>
                  <a:gsLst>
                    <a:gs pos="0">
                      <a:srgbClr val="FF4D8D"/>
                    </a:gs>
                    <a:gs pos="50000">
                      <a:srgbClr val="FF8A3D"/>
                    </a:gs>
                    <a:gs pos="100000">
                      <a:srgbClr val="7B2CFF"/>
                    </a:gs>
                  </a:gsLst>
                  <a:lin ang="2700000" scaled="0"/>
                </a:gradFill>
              </a:rPr>
              <a:t>chaos.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34924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More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080760"/>
            <a:ext cx="6858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0" b="1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shoots.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7955279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8686800"/>
            <a:ext cx="6858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0" b="1">
                <a:latin typeface="Helvetica Neue"/>
                <a:gradFill>
                  <a:gsLst>
                    <a:gs pos="0">
                      <a:srgbClr val="7B2CFF"/>
                    </a:gs>
                    <a:gs pos="50000">
                      <a:srgbClr val="FF4D8D"/>
                    </a:gs>
                    <a:gs pos="100000">
                      <a:srgbClr val="FF8A3D"/>
                    </a:gs>
                  </a:gsLst>
                  <a:lin ang="2700000" scaled="0"/>
                </a:gradFill>
              </a:rPr>
              <a:t>business.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10698480"/>
            <a:ext cx="2194560" cy="54864"/>
          </a:xfrm>
          <a:prstGeom prst="roundRect">
            <a:avLst/>
          </a:prstGeom>
          <a:gradFill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109728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300">
                <a:solidFill>
                  <a:srgbClr val="B6C2E0"/>
                </a:solidFill>
                <a:latin typeface="Helvetica Neue"/>
              </a:rPr>
              <a:t>Built for photographers who move fast.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493776"/>
            <a:ext cx="118872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49377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B6C2E0"/>
                </a:solidFill>
                <a:latin typeface="Helvetica Neue"/>
              </a:rPr>
              <a:t>05/05 · 6s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2560320"/>
            <a:ext cx="1463040" cy="45720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5603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START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3474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Helvetica Neue"/>
              </a:rPr>
              <a:t>Try it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4572000"/>
            <a:ext cx="68580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400" b="1" spc="-50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framedrops</a:t>
            </a:r>
          </a:p>
          <a:p>
            <a:pPr algn="ctr">
              <a:lnSpc>
                <a:spcPct val="105000"/>
              </a:lnSpc>
            </a:pPr>
            <a:r>
              <a:rPr sz="10400" b="1" spc="-50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.in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7955279"/>
            <a:ext cx="4572000" cy="100584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7955279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 spc="200">
                <a:solidFill>
                  <a:srgbClr val="FFFFFF"/>
                </a:solidFill>
                <a:latin typeface="Helvetica Neue"/>
              </a:rPr>
              <a:t>Start free 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9326880"/>
            <a:ext cx="1828800" cy="100584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326880"/>
            <a:ext cx="1828800" cy="1005840"/>
          </a:xfrm>
          <a:prstGeom prst="roundRect">
            <a:avLst/>
          </a:prstGeom>
          <a:noFill/>
          <a:ln w="15875" cap="rnd">
            <a:gradFill>
              <a:gsLst>
                <a:gs pos="0">
                  <a:srgbClr val="0057FF"/>
                </a:gs>
                <a:gs pos="100000">
                  <a:srgbClr val="7B2C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9491472"/>
            <a:ext cx="182880" cy="182880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97840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Free to start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9326880"/>
            <a:ext cx="1828800" cy="100584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14600" y="9326880"/>
            <a:ext cx="1828800" cy="1005840"/>
          </a:xfrm>
          <a:prstGeom prst="roundRect">
            <a:avLst/>
          </a:prstGeom>
          <a:noFill/>
          <a:ln w="15875" cap="rnd">
            <a:gradFill>
              <a:gsLst>
                <a:gs pos="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37560" y="9491472"/>
            <a:ext cx="182880" cy="182880"/>
          </a:xfrm>
          <a:prstGeom prst="ellipse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97840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No card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9326880"/>
            <a:ext cx="1828800" cy="100584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0560" y="9326880"/>
            <a:ext cx="1828800" cy="1005840"/>
          </a:xfrm>
          <a:prstGeom prst="roundRect">
            <a:avLst/>
          </a:prstGeom>
          <a:noFill/>
          <a:ln w="15875" cap="rnd">
            <a:gradFill>
              <a:gsLst>
                <a:gs pos="0">
                  <a:srgbClr val="FF4D8D"/>
                </a:gs>
                <a:gs pos="100000">
                  <a:srgbClr val="FF8A3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9491472"/>
            <a:ext cx="182880" cy="182880"/>
          </a:xfrm>
          <a:prstGeom prst="ellipse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97840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2 min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107899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400">
                <a:solidFill>
                  <a:srgbClr val="B6C2E0"/>
                </a:solidFill>
                <a:latin typeface="Helvetica Neue"/>
              </a:rPr>
              <a:t>@framedrops · framedrops.in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4600" y="11338560"/>
            <a:ext cx="1828800" cy="54864"/>
          </a:xfrm>
          <a:prstGeom prst="roundRect">
            <a:avLst/>
          </a:prstGeom>
          <a:gradFill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