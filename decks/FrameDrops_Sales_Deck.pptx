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0653B"/>
                </a:solidFill>
                <a:latin typeface="Inter Tight"/>
              </a:rPr>
              <a:t>FRAMEDROPS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7F3EE"/>
                </a:solidFill>
                <a:latin typeface="Inter Tight"/>
              </a:rPr>
              <a:t>Upload. Share.</a:t>
            </a:r>
          </a:p>
          <a:p>
            <a:pPr algn="l">
              <a:lnSpc>
                <a:spcPct val="100000"/>
              </a:lnSpc>
            </a:pPr>
            <a:r>
              <a:rPr sz="8400" b="1">
                <a:solidFill>
                  <a:srgbClr val="F7F3EE"/>
                </a:solidFill>
                <a:latin typeface="Inter Tight"/>
              </a:rPr>
              <a:t>Select. Get Paid.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9AA3B2"/>
                </a:solidFill>
                <a:latin typeface="Inter"/>
              </a:rPr>
              <a:t>Modern photo delivery for photographers.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943600"/>
            <a:ext cx="1051560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6473"/>
                </a:solidFill>
                <a:latin typeface="Inter"/>
              </a:rPr>
              <a:t>framedrops.in   ·   English · తెలుగు · हिन्दी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E1116"/>
                </a:solidFill>
                <a:latin typeface="Inter Tight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7F3EE"/>
                </a:solidFill>
                <a:latin typeface="Inter Tight"/>
              </a:rPr>
              <a:t>Sharing photos is still broken.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10896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3474720"/>
            <a:ext cx="164592" cy="164592"/>
          </a:xfrm>
          <a:prstGeom prst="ellipse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79476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7F3EE"/>
                </a:solidFill>
                <a:latin typeface="Inter Tight"/>
              </a:rPr>
              <a:t>WhatsApp &amp; Drive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297680"/>
            <a:ext cx="1965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Compressed images, expired links,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clients begging for re-uploads.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310896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0" y="3474720"/>
            <a:ext cx="164592" cy="164592"/>
          </a:xfrm>
          <a:prstGeom prst="ellipse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379476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7F3EE"/>
                </a:solidFill>
                <a:latin typeface="Inter Tight"/>
              </a:rPr>
              <a:t>Endless scrolling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297680"/>
            <a:ext cx="1965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Clients can't pick favorites from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2,000 photos on a phone.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10896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474720"/>
            <a:ext cx="164592" cy="164592"/>
          </a:xfrm>
          <a:prstGeom prst="ellipse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79476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7F3EE"/>
                </a:solidFill>
                <a:latin typeface="Inter Tight"/>
              </a:rPr>
              <a:t>Chasing payments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297680"/>
            <a:ext cx="1965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UPI screenshots in DMs.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Follow-ups that never end.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310896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35440" y="3474720"/>
            <a:ext cx="164592" cy="164592"/>
          </a:xfrm>
          <a:prstGeom prst="ellipse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379476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7F3EE"/>
                </a:solidFill>
                <a:latin typeface="Inter Tight"/>
              </a:rPr>
              <a:t>Foreign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4297680"/>
            <a:ext cx="1965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Pixieset &amp; ShootProof cost ₹3,000+/mo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and only speak English.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FrameDrops  ·  framedrops.in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E1116"/>
                </a:solidFill>
                <a:latin typeface="Inter Tight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7F3EE"/>
                </a:solidFill>
                <a:latin typeface="Inter Tight"/>
              </a:rPr>
              <a:t>One link. Done.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7315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>
                <a:solidFill>
                  <a:srgbClr val="F7F3EE"/>
                </a:solidFill>
                <a:latin typeface="Inter"/>
              </a:rPr>
              <a:t>FrameDrops gives you a single private gallery link</a:t>
            </a:r>
          </a:p>
          <a:p>
            <a:pPr algn="l">
              <a:lnSpc>
                <a:spcPct val="140000"/>
              </a:lnSpc>
            </a:pPr>
            <a:r>
              <a:rPr sz="2400" b="0">
                <a:solidFill>
                  <a:srgbClr val="F7F3EE"/>
                </a:solidFill>
                <a:latin typeface="Inter"/>
              </a:rPr>
              <a:t>to send your client — and a built-in checkout</a:t>
            </a:r>
          </a:p>
          <a:p>
            <a:pPr algn="l">
              <a:lnSpc>
                <a:spcPct val="140000"/>
              </a:lnSpc>
            </a:pPr>
            <a:r>
              <a:rPr sz="2400" b="0">
                <a:solidFill>
                  <a:srgbClr val="F7F3EE"/>
                </a:solidFill>
                <a:latin typeface="Inter"/>
              </a:rPr>
              <a:t>to get paid the moment they pick their photos.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029200"/>
            <a:ext cx="3566160" cy="100584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0653B"/>
                </a:solidFill>
                <a:latin typeface="Inter Tigh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7F3EE"/>
                </a:solidFill>
                <a:latin typeface="Inter Tight"/>
              </a:rPr>
              <a:t>UPLOAD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5029200"/>
            <a:ext cx="3566160" cy="100584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52120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0653B"/>
                </a:solidFill>
                <a:latin typeface="Inter Tigh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54864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7F3EE"/>
                </a:solidFill>
                <a:latin typeface="Inter Tight"/>
              </a:rPr>
              <a:t>SHARE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5029200"/>
            <a:ext cx="3566160" cy="100584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52120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0653B"/>
                </a:solidFill>
                <a:latin typeface="Inter Tigh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54864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7F3EE"/>
                </a:solidFill>
                <a:latin typeface="Inter Tight"/>
              </a:rPr>
              <a:t>GET PAID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FrameDrops  ·  framedrops.in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E1116"/>
                </a:solidFill>
                <a:latin typeface="Inter Tight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7F3EE"/>
                </a:solidFill>
                <a:latin typeface="Inter Tight"/>
              </a:rPr>
              <a:t>Built for the way you actually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0653B"/>
                </a:solidFill>
                <a:latin typeface="Inter Tigh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7F3EE"/>
                </a:solidFill>
                <a:latin typeface="Inter Tight"/>
              </a:rPr>
              <a:t>Upload your album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51460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3B2"/>
                </a:solidFill>
                <a:latin typeface="Inter"/>
              </a:rPr>
              <a:t>Drag, drop, done. Background uploads keep going while you edit, shoot, or close the laptop.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10128"/>
            <a:ext cx="1106424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0653B"/>
                </a:solidFill>
                <a:latin typeface="Inter Tigh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290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7F3EE"/>
                </a:solidFill>
                <a:latin typeface="Inter Tight"/>
              </a:rPr>
              <a:t>Share a private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47472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3B2"/>
                </a:solidFill>
                <a:latin typeface="Inter"/>
              </a:rPr>
              <a:t>Password-optional. Watermark-optional. Expiry-optional. Branded with your studio name.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70248"/>
            <a:ext cx="1106424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0653B"/>
                </a:solidFill>
                <a:latin typeface="Inter Tigh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3891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7F3EE"/>
                </a:solidFill>
                <a:latin typeface="Inter Tight"/>
              </a:rPr>
              <a:t>Client picks favorites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43484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3B2"/>
                </a:solidFill>
                <a:latin typeface="Inter"/>
              </a:rPr>
              <a:t>One-tap selection on mobile. No app install. Works in English, Telugu, or Hindi.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230368"/>
            <a:ext cx="1106424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34924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0653B"/>
                </a:solidFill>
                <a:latin typeface="Inter Tight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3492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7F3EE"/>
                </a:solidFill>
                <a:latin typeface="Inter Tight"/>
              </a:rPr>
              <a:t>Get paid in-platform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539496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3B2"/>
                </a:solidFill>
                <a:latin typeface="Inter"/>
              </a:rPr>
              <a:t>UPI and cards. Instant payouts to your bank. No more chasing screenshots.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FrameDrops  ·  framedrops.in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E1116"/>
                </a:solidFill>
                <a:latin typeface="Inter Tight"/>
              </a:rPr>
              <a:t>WHY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7F3EE"/>
                </a:solidFill>
                <a:latin typeface="Inter Tight"/>
              </a:rPr>
              <a:t>Designed around real photographer pain.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73152" cy="1554480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7F3EE"/>
                </a:solidFill>
                <a:latin typeface="Inter Tight"/>
              </a:rPr>
              <a:t>Background uploads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Close the tab. Upload keeps going. Resume on any device.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46888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468880"/>
            <a:ext cx="73152" cy="1554480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7F3EE"/>
                </a:solidFill>
                <a:latin typeface="Inter Tight"/>
              </a:rPr>
              <a:t>One-tap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4612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Clients heart their favorites on mobile. You see counts in real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46888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468880"/>
            <a:ext cx="73152" cy="1554480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7432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7F3EE"/>
                </a:solidFill>
                <a:latin typeface="Inter Tight"/>
              </a:rPr>
              <a:t>Local languages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24612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Switch the gallery to Telugu or Hindi for your client. Done.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206240"/>
            <a:ext cx="73152" cy="1554480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4805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7F3EE"/>
                </a:solidFill>
                <a:latin typeface="Inter Tight"/>
              </a:rPr>
              <a:t>Built-in 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834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Clients pay you. Earnings land in your FrameDrops wallet — withdraw any 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420624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4206240"/>
            <a:ext cx="73152" cy="1554480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4805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7F3EE"/>
                </a:solidFill>
                <a:latin typeface="Inter Tight"/>
              </a:rPr>
              <a:t>Branded galleries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9834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Your studio name. Your colors. Optional custom domain.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420624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4206240"/>
            <a:ext cx="73152" cy="1554480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44805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7F3EE"/>
                </a:solidFill>
                <a:latin typeface="Inter Tight"/>
              </a:rPr>
              <a:t>Mobile-first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9834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AA3B2"/>
                </a:solidFill>
                <a:latin typeface="Inter"/>
              </a:rPr>
              <a:t>70% of clients open on a phone. The whole product is designed for that.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FrameDrops  ·  framedrops.in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E1116"/>
                </a:solidFill>
                <a:latin typeface="Inter Tight"/>
              </a:rPr>
              <a:t>WHAT OTHERS MISS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7F3EE"/>
                </a:solidFill>
                <a:latin typeface="Inter Tight"/>
              </a:rPr>
              <a:t>Your client's language. Built 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3657600" cy="310896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0653B"/>
                </a:solidFill>
                <a:latin typeface="Inter Tight"/>
              </a:rPr>
              <a:t>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7F3EE"/>
                </a:solidFill>
                <a:latin typeface="Inter Tight"/>
              </a:rPr>
              <a:t>Welcome to your gallery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3B2"/>
                </a:solidFill>
                <a:latin typeface="Inter"/>
              </a:rPr>
              <a:t>Tap to select your favorites.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743200"/>
            <a:ext cx="3657600" cy="310896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31089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0653B"/>
                </a:solidFill>
                <a:latin typeface="Inter Tight"/>
              </a:rPr>
              <a:t>తెలుగు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65760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7F3EE"/>
                </a:solidFill>
                <a:latin typeface="Inter Tight"/>
              </a:rPr>
              <a:t>మీ గ్యాలరీకి స్వాగతం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4846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3B2"/>
                </a:solidFill>
                <a:latin typeface="Inter"/>
              </a:rPr>
              <a:t>మీకు నచ్చిన ఫోటోలను ఎంచుకోండి.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743200"/>
            <a:ext cx="3657600" cy="310896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31089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0653B"/>
                </a:solidFill>
                <a:latin typeface="Inter Tight"/>
              </a:rPr>
              <a:t>हिन्दी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65760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7F3EE"/>
                </a:solidFill>
                <a:latin typeface="Inter Tight"/>
              </a:rPr>
              <a:t>आपकी गैलरी में स्वागत है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846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3B2"/>
                </a:solidFill>
                <a:latin typeface="Inter"/>
              </a:rPr>
              <a:t>अपनी पसंदीदा फ़ोटो चुनें।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A6473"/>
                </a:solidFill>
                <a:latin typeface="Inter"/>
              </a:rPr>
              <a:t>Marathi, Tamil, and Bengali coming next.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FrameDrops  ·  framedrops.in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E1116"/>
                </a:solidFill>
                <a:latin typeface="Inter Tight"/>
              </a:rPr>
              <a:t>HOW WE 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7F3EE"/>
                </a:solidFill>
                <a:latin typeface="Inter Tight"/>
              </a:rPr>
              <a:t>Premium experience. Local prices.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200400"/>
            <a:ext cx="329184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0" y="2651760"/>
            <a:ext cx="2651760" cy="548640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0" y="320040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27614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E1116"/>
                </a:solidFill>
                <a:latin typeface="Inter Tight"/>
              </a:rPr>
              <a:t>FrameDrops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320040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7614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7F3EE"/>
                </a:solidFill>
                <a:latin typeface="Inter Tight"/>
              </a:rPr>
              <a:t>Pixieset / ShootProof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320040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27614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7F3EE"/>
                </a:solidFill>
                <a:latin typeface="Inter Tight"/>
              </a:rPr>
              <a:t>WhatsApp / Drive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49040"/>
            <a:ext cx="329184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1012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Price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3200400"/>
            <a:ext cx="2651760" cy="548640"/>
          </a:xfrm>
          <a:prstGeom prst="rect">
            <a:avLst/>
          </a:prstGeom>
          <a:solidFill>
            <a:srgbClr val="1F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0" y="374904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331012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7F3EE"/>
                </a:solidFill>
                <a:latin typeface="Inter"/>
              </a:rPr>
              <a:t>Pay per album, from ₹29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74904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31012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₹3,000+/month subscription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374904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331012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Free, but unusable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97680"/>
            <a:ext cx="329184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85876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Languages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3749040"/>
            <a:ext cx="2651760" cy="548640"/>
          </a:xfrm>
          <a:prstGeom prst="rect">
            <a:avLst/>
          </a:prstGeom>
          <a:solidFill>
            <a:srgbClr val="1F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0" y="429768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385876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7F3EE"/>
                </a:solidFill>
                <a:latin typeface="Inter"/>
              </a:rPr>
              <a:t>EN · తె · हि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429768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85876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English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429768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385876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846320"/>
            <a:ext cx="329184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40740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Built-in payments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4297680"/>
            <a:ext cx="2651760" cy="548640"/>
          </a:xfrm>
          <a:prstGeom prst="rect">
            <a:avLst/>
          </a:prstGeom>
          <a:solidFill>
            <a:srgbClr val="1F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40480" y="484632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23360" y="440740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7F3EE"/>
                </a:solidFill>
                <a:latin typeface="Inter"/>
              </a:rPr>
              <a:t>Yes — UPI + cards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484632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440740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Limited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484632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440740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394960"/>
            <a:ext cx="329184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95604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Photo selection UX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0" y="4846320"/>
            <a:ext cx="2651760" cy="548640"/>
          </a:xfrm>
          <a:prstGeom prst="rect">
            <a:avLst/>
          </a:prstGeom>
          <a:solidFill>
            <a:srgbClr val="1F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40480" y="539496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23360" y="495604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7F3EE"/>
                </a:solidFill>
                <a:latin typeface="Inter"/>
              </a:rPr>
              <a:t>One-tap, mobile-first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539496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495604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Yes (desktop-first)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0" y="539496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495604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Manual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943600"/>
            <a:ext cx="329184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550468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Built for India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40480" y="5394960"/>
            <a:ext cx="2651760" cy="548640"/>
          </a:xfrm>
          <a:prstGeom prst="rect">
            <a:avLst/>
          </a:prstGeom>
          <a:solidFill>
            <a:srgbClr val="1F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840480" y="594360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23360" y="55046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7F3EE"/>
                </a:solidFill>
                <a:latin typeface="Inter"/>
              </a:rPr>
              <a:t>Yes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92240" y="594360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75120" y="55046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0" y="5943600"/>
            <a:ext cx="265176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55046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3B2"/>
                </a:solidFill>
                <a:latin typeface="Inter"/>
              </a:rPr>
              <a:t>No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FrameDrops  ·  framedrops.in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E1116"/>
                </a:solidFill>
                <a:latin typeface="Inter Tight"/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7F3EE"/>
                </a:solidFill>
                <a:latin typeface="Inter Tight"/>
              </a:rPr>
              <a:t>Pay only for what you deliver.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AA3B2"/>
                </a:solidFill>
                <a:latin typeface="Inter"/>
              </a:rPr>
              <a:t>300 free images for life. After that, pay per album based on size.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1752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1F140E"/>
          </a:solidFill>
          <a:ln w="9525">
            <a:solidFill>
              <a:srgbClr val="F065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0653B"/>
                </a:solidFill>
                <a:latin typeface="Inter Tight"/>
              </a:rP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15468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7F3EE"/>
                </a:solidFill>
                <a:latin typeface="Inter"/>
              </a:rPr>
              <a:t>First 300 images, lifetime — no card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69080"/>
            <a:ext cx="2157984" cy="182880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4340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0653B"/>
                </a:solidFill>
                <a:latin typeface="Inter Tight"/>
              </a:rPr>
              <a:t>Up to 150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17922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F7F3EE"/>
                </a:solidFill>
                <a:latin typeface="Inter Tight"/>
              </a:rPr>
              <a:t>₹29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8640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per album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0632" y="4069080"/>
            <a:ext cx="2157984" cy="182880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53512" y="434340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0653B"/>
                </a:solidFill>
                <a:latin typeface="Inter Tight"/>
              </a:rPr>
              <a:t>151 – 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4709160"/>
            <a:ext cx="17922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F7F3EE"/>
                </a:solidFill>
                <a:latin typeface="Inter Tight"/>
              </a:rPr>
              <a:t>₹59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548640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per album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92624" y="4069080"/>
            <a:ext cx="2157984" cy="182880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5504" y="434340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0653B"/>
                </a:solidFill>
                <a:latin typeface="Inter Tight"/>
              </a:rPr>
              <a:t>401 – 1K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504" y="4709160"/>
            <a:ext cx="17922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F7F3EE"/>
                </a:solidFill>
                <a:latin typeface="Inter Tight"/>
              </a:rPr>
              <a:t>₹129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548640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per album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14616" y="4069080"/>
            <a:ext cx="2157984" cy="182880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97496" y="434340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0653B"/>
                </a:solidFill>
                <a:latin typeface="Inter Tight"/>
              </a:rPr>
              <a:t>1K – 2K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7496" y="4709160"/>
            <a:ext cx="17922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F7F3EE"/>
                </a:solidFill>
                <a:latin typeface="Inter Tight"/>
              </a:rPr>
              <a:t>₹249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7496" y="548640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per album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36608" y="4069080"/>
            <a:ext cx="2157984" cy="182880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19488" y="434340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0653B"/>
                </a:solidFill>
                <a:latin typeface="Inter Tight"/>
              </a:rPr>
              <a:t>2K – 3K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9488" y="4709160"/>
            <a:ext cx="17922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F7F3EE"/>
                </a:solidFill>
                <a:latin typeface="Inter Tight"/>
              </a:rPr>
              <a:t>₹349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9488" y="548640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per album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6473"/>
                </a:solidFill>
                <a:latin typeface="Inter"/>
              </a:rPr>
              <a:t>One-time payment per album. No subscriptions. Get paid by clients directly into your FrameDrops wallet.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FrameDrops  ·  framedrops.in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E1116"/>
                </a:solidFill>
                <a:latin typeface="Inter Tight"/>
              </a:rPr>
              <a:t>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7F3EE"/>
                </a:solidFill>
                <a:latin typeface="Inter Tight"/>
              </a:rPr>
              <a:t>From shoot to payout — in minutes.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60320"/>
            <a:ext cx="6858000" cy="3657600"/>
          </a:xfrm>
          <a:prstGeom prst="roundRect">
            <a:avLst>
              <a:gd name="adj" fmla="val 6000"/>
            </a:avLst>
          </a:prstGeom>
          <a:solidFill>
            <a:srgbClr val="161A21"/>
          </a:solidFill>
          <a:ln w="9525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6858000" cy="411480"/>
          </a:xfrm>
          <a:prstGeom prst="roundRect">
            <a:avLst>
              <a:gd name="adj" fmla="val 6000"/>
            </a:avLst>
          </a:prstGeom>
          <a:solidFill>
            <a:srgbClr val="12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679192"/>
            <a:ext cx="164592" cy="164592"/>
          </a:xfrm>
          <a:prstGeom prst="ellipse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2679192"/>
            <a:ext cx="164592" cy="164592"/>
          </a:xfrm>
          <a:prstGeom prst="ellipse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3856" y="2679192"/>
            <a:ext cx="164592" cy="164592"/>
          </a:xfrm>
          <a:prstGeom prst="ellipse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653B"/>
                </a:solidFill>
                <a:latin typeface="Inter Tight"/>
              </a:rP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6126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7F3EE"/>
                </a:solidFill>
                <a:latin typeface="Inter Tight"/>
              </a:rPr>
              <a:t>Aarti &amp; Rohan — Wedding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389120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12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6177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7F3EE"/>
                </a:solidFill>
                <a:latin typeface="Inter Tight"/>
              </a:rPr>
              <a:t>1,284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257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 Tight"/>
              </a:rPr>
              <a:t>PHOTOS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4389120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12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46177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7F3EE"/>
                </a:solidFill>
                <a:latin typeface="Inter Tight"/>
              </a:rPr>
              <a:t>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257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 Tight"/>
              </a:rPr>
              <a:t>SELECTED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4389120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12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46177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7F3EE"/>
                </a:solidFill>
                <a:latin typeface="Inter Tight"/>
              </a:rPr>
              <a:t>₹4,500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5257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 Tight"/>
              </a:rPr>
              <a:t>EARNED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2377440"/>
            <a:ext cx="2560320" cy="4114800"/>
          </a:xfrm>
          <a:prstGeom prst="roundRect">
            <a:avLst>
              <a:gd name="adj" fmla="val 8000"/>
            </a:avLst>
          </a:prstGeom>
          <a:solidFill>
            <a:srgbClr val="16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01000" y="2606040"/>
            <a:ext cx="2286000" cy="3657600"/>
          </a:xfrm>
          <a:prstGeom prst="roundRect">
            <a:avLst>
              <a:gd name="adj" fmla="val 6000"/>
            </a:avLst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28346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F0653B"/>
                </a:solidFill>
                <a:latin typeface="Inter Tight"/>
              </a:rPr>
              <a:t>FRAMEDROPS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310896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7F3EE"/>
                </a:solidFill>
                <a:latin typeface="Inter Tight"/>
              </a:rPr>
              <a:t>Aarti &amp; Rohan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703320"/>
            <a:ext cx="822960" cy="822960"/>
          </a:xfrm>
          <a:prstGeom prst="roundRect">
            <a:avLst>
              <a:gd name="adj" fmla="val 6000"/>
            </a:avLst>
          </a:prstGeom>
          <a:solidFill>
            <a:srgbClr val="1B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98280" y="3703320"/>
            <a:ext cx="822960" cy="822960"/>
          </a:xfrm>
          <a:prstGeom prst="roundRect">
            <a:avLst>
              <a:gd name="adj" fmla="val 6000"/>
            </a:avLst>
          </a:prstGeom>
          <a:solidFill>
            <a:srgbClr val="1B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eart 26"/>
          <p:cNvSpPr/>
          <p:nvPr/>
        </p:nvSpPr>
        <p:spPr>
          <a:xfrm>
            <a:off x="9646920" y="3749040"/>
            <a:ext cx="228600" cy="228600"/>
          </a:xfrm>
          <a:prstGeom prst="hear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83880" y="4617720"/>
            <a:ext cx="822960" cy="822960"/>
          </a:xfrm>
          <a:prstGeom prst="roundRect">
            <a:avLst>
              <a:gd name="adj" fmla="val 6000"/>
            </a:avLst>
          </a:prstGeom>
          <a:solidFill>
            <a:srgbClr val="1B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98280" y="4617720"/>
            <a:ext cx="822960" cy="822960"/>
          </a:xfrm>
          <a:prstGeom prst="roundRect">
            <a:avLst>
              <a:gd name="adj" fmla="val 6000"/>
            </a:avLst>
          </a:prstGeom>
          <a:solidFill>
            <a:srgbClr val="1B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83880" y="5532120"/>
            <a:ext cx="822960" cy="822960"/>
          </a:xfrm>
          <a:prstGeom prst="roundRect">
            <a:avLst>
              <a:gd name="adj" fmla="val 6000"/>
            </a:avLst>
          </a:prstGeom>
          <a:solidFill>
            <a:srgbClr val="1B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eart 30"/>
          <p:cNvSpPr/>
          <p:nvPr/>
        </p:nvSpPr>
        <p:spPr>
          <a:xfrm>
            <a:off x="8732520" y="5577840"/>
            <a:ext cx="228600" cy="228600"/>
          </a:xfrm>
          <a:prstGeom prst="hear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098280" y="5532120"/>
            <a:ext cx="822960" cy="822960"/>
          </a:xfrm>
          <a:prstGeom prst="roundRect">
            <a:avLst>
              <a:gd name="adj" fmla="val 6000"/>
            </a:avLst>
          </a:prstGeom>
          <a:solidFill>
            <a:srgbClr val="1B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FrameDrops  ·  framedrops.in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473"/>
                </a:solidFill>
                <a:latin typeface="Inter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772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E1116"/>
                </a:solidFill>
                <a:latin typeface="Inter Tight"/>
              </a:rPr>
              <a:t>GET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7F3EE"/>
                </a:solidFill>
                <a:latin typeface="Inter Tight"/>
              </a:rPr>
              <a:t>Spend more time</a:t>
            </a:r>
          </a:p>
          <a:p>
            <a:pPr algn="l">
              <a:lnSpc>
                <a:spcPct val="100000"/>
              </a:lnSpc>
            </a:pPr>
            <a:r>
              <a:rPr sz="7200" b="1">
                <a:solidFill>
                  <a:srgbClr val="F7F3EE"/>
                </a:solidFill>
                <a:latin typeface="Inter Tight"/>
              </a:rPr>
              <a:t>behind the camera.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9AA3B2"/>
                </a:solidFill>
                <a:latin typeface="Inter"/>
              </a:rPr>
              <a:t>Try FrameDrops free for 14 days. No card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29200"/>
            <a:ext cx="2377440" cy="640080"/>
          </a:xfrm>
          <a:prstGeom prst="roundRect">
            <a:avLst>
              <a:gd name="adj" fmla="val 30000"/>
            </a:avLst>
          </a:prstGeom>
          <a:solidFill>
            <a:srgbClr val="F06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0E1116"/>
                </a:solidFill>
                <a:latin typeface="Inter Tight"/>
              </a:rPr>
              <a:t>Start free 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51663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3B2"/>
                </a:solidFill>
                <a:latin typeface="Inter"/>
              </a:rPr>
              <a:t>or visit  framedrops.in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126480"/>
            <a:ext cx="10515600" cy="6350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6473"/>
                </a:solidFill>
                <a:latin typeface="Inter"/>
              </a:rPr>
              <a:t>hello@framedrops.in   ·   English · తెలుగు · हिन्दी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