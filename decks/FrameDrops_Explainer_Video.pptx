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486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Inter"/>
              </a:rPr>
              <a:t>1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Inter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943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Photo selection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is broken.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Hours wasted on every wedding.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59436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94360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0F172A"/>
                </a:solidFill>
                <a:latin typeface="Inter"/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852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Inter"/>
              </a:rPr>
              <a:t>Google Drive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3550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Inter"/>
              </a:rPr>
              <a:t>30-min uploads.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269480"/>
            <a:ext cx="59436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7726679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0F172A"/>
                </a:solidFill>
                <a:latin typeface="Inter"/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76352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Inter"/>
              </a:rPr>
              <a:t>Paper chits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8138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Inter"/>
              </a:rPr>
              <a:t>Decode handwriting.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9052560"/>
            <a:ext cx="59436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95097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0">
                <a:solidFill>
                  <a:srgbClr val="0F172A"/>
                </a:solidFill>
                <a:latin typeface="Inter"/>
              </a:rP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94183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Inter"/>
              </a:rPr>
              <a:t>WhatsApp mess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99212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Inter"/>
              </a:rPr>
              <a:t>200+ confusing messages.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1430000"/>
            <a:ext cx="5943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1612880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64748B"/>
                </a:solidFill>
                <a:latin typeface="Inter"/>
              </a:rPr>
              <a:t>https://framedrops.in/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486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Inter"/>
              </a:rPr>
              <a:t>2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943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Upload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your photos.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Drag, drop, done. Compressed in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3312" y="5193792"/>
            <a:ext cx="4151376" cy="543153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63040" y="5303520"/>
            <a:ext cx="393192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5577840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7C3AED"/>
                </a:solidFill>
                <a:latin typeface="Inter"/>
              </a:rPr>
              <a:t>STUDIO · RAVI + ANJALI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852159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Inter"/>
              </a:rPr>
              <a:t>Wedding Day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6583679"/>
            <a:ext cx="3383279" cy="14630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6583679"/>
            <a:ext cx="2638958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6812279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Inter"/>
              </a:rPr>
              <a:t>Uploading · 78%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7406640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00655" y="774496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83408" y="7406640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DC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46703" y="774496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29455" y="7406640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E9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2750" y="774496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37360" y="8302752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00655" y="86410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3408" y="8302752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EB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46703" y="86410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29455" y="8302752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E0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92750" y="86410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737360" y="9198863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00655" y="9537191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83408" y="9198863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DC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46703" y="9537191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29455" y="9198863"/>
            <a:ext cx="1091183" cy="841248"/>
          </a:xfrm>
          <a:prstGeom prst="roundRect">
            <a:avLst>
              <a:gd name="adj" fmla="val 8000"/>
            </a:avLst>
          </a:prstGeom>
          <a:solidFill>
            <a:srgbClr val="E9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92750" y="9537191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106984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Inter"/>
              </a:rPr>
              <a:t>25 MB → 250 KB. Auto-compressed.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1430000"/>
            <a:ext cx="5943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1612880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64748B"/>
                </a:solidFill>
                <a:latin typeface="Inter"/>
              </a:rPr>
              <a:t>https://framedrops.in/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486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Inter"/>
              </a:rPr>
              <a:t>3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943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Client picks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favorites.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One link via WhatsApp. They tap a heart.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3312" y="5193792"/>
            <a:ext cx="4151376" cy="543153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63040" y="5303520"/>
            <a:ext cx="393192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5577840"/>
            <a:ext cx="3383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7C3AED"/>
                </a:solidFill>
                <a:latin typeface="Inter"/>
              </a:rPr>
              <a:t>RAVI + ANJALI · GALLERY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852159"/>
            <a:ext cx="3383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Inter"/>
              </a:rPr>
              <a:t>Pick your favorites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64008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6400800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5B21B6"/>
                </a:solidFill>
                <a:latin typeface="Inter"/>
              </a:rPr>
              <a:t>❤ 5 of 1,500 picked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6949440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00655" y="72694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83408" y="6949440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DC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46703" y="72694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08831" y="70225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art 19"/>
          <p:cNvSpPr/>
          <p:nvPr/>
        </p:nvSpPr>
        <p:spPr>
          <a:xfrm>
            <a:off x="3654551" y="7077456"/>
            <a:ext cx="201168" cy="201168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29455" y="6949440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9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2750" y="72694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37360" y="7808975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00655" y="8129015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62783" y="7882127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art 25"/>
          <p:cNvSpPr/>
          <p:nvPr/>
        </p:nvSpPr>
        <p:spPr>
          <a:xfrm>
            <a:off x="2508503" y="7936991"/>
            <a:ext cx="201168" cy="201168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83408" y="7808975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B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46703" y="8129015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29455" y="7808975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0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92750" y="8129015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54878" y="7882127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art 31"/>
          <p:cNvSpPr/>
          <p:nvPr/>
        </p:nvSpPr>
        <p:spPr>
          <a:xfrm>
            <a:off x="4800598" y="7936991"/>
            <a:ext cx="201168" cy="201168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37360" y="8668512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00655" y="89885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83408" y="8668512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DC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46703" y="89885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08831" y="87416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art 37"/>
          <p:cNvSpPr/>
          <p:nvPr/>
        </p:nvSpPr>
        <p:spPr>
          <a:xfrm>
            <a:off x="3654551" y="8796528"/>
            <a:ext cx="201168" cy="201168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29455" y="8668512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9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92750" y="89885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737360" y="9528048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200655" y="98480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83408" y="9528048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B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346703" y="98480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029455" y="9528048"/>
            <a:ext cx="1091183" cy="804672"/>
          </a:xfrm>
          <a:prstGeom prst="roundRect">
            <a:avLst>
              <a:gd name="adj" fmla="val 8000"/>
            </a:avLst>
          </a:prstGeom>
          <a:solidFill>
            <a:srgbClr val="E0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92750" y="98480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754878" y="9601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art 47"/>
          <p:cNvSpPr/>
          <p:nvPr/>
        </p:nvSpPr>
        <p:spPr>
          <a:xfrm>
            <a:off x="4800598" y="9656064"/>
            <a:ext cx="201168" cy="201168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106984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Inter"/>
              </a:rPr>
              <a:t>No paper. No decoding. Real-time count.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11430000"/>
            <a:ext cx="5943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11612880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64748B"/>
                </a:solidFill>
                <a:latin typeface="Inter"/>
              </a:rPr>
              <a:t>https://framedrops.in/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8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50292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Framedrops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4864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Inter"/>
              </a:rPr>
              <a:t>4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943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Copy originals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locally.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Selected list → your laptop. No upload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0F172A"/>
                </a:solidFill>
                <a:latin typeface="Inter"/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Inter"/>
              </a:rPr>
              <a:t>All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903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Inter"/>
              </a:rPr>
              <a:t>Your laptop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88920" y="6263640"/>
            <a:ext cx="1280160" cy="2743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5806440"/>
            <a:ext cx="1463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200 selected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6766560"/>
            <a:ext cx="1463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Inter"/>
              </a:rPr>
              <a:t>Local copy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5486400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585216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059669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65836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Inter"/>
              </a:rPr>
              <a:t>Favorites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6903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Inter"/>
              </a:rPr>
              <a:t>Ready to 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68096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Inter"/>
              </a:rPr>
              <a:t>Browser file copy. Bytes never leave your laptop.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8686800"/>
            <a:ext cx="5943600" cy="219456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90525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905256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7C3AED"/>
                </a:solidFill>
                <a:latin typeface="Inter"/>
              </a:rPr>
              <a:t>300 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950976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Inter"/>
              </a:rPr>
              <a:t>Try Framedrops 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0241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5F3FF"/>
                </a:solidFill>
                <a:latin typeface="Inter"/>
              </a:rPr>
              <a:t>No credit card · 2-minute signup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1430000"/>
            <a:ext cx="5943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11612880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64748B"/>
                </a:solidFill>
                <a:latin typeface="Inter"/>
              </a:rPr>
              <a:t>https://framedrops.in/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